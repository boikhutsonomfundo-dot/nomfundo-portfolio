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rtfolio_visual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6126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PERSONAL PORTFOLIO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6126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B4D2FF"/>
                </a:solidFill>
                <a:latin typeface="Aptos"/>
              </a:defRPr>
            </a:pPr>
            <a:r>
              <a:t>Nomfundo Tembo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6126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Aspiring IT Support &amp; Systems Support Professional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6126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D2DCEB"/>
                </a:solidFill>
                <a:latin typeface="Aptos"/>
              </a:defRPr>
            </a:pPr>
            <a:r>
              <a:t>Professional Portfolio Project •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Nomfundo Tembo • Personal Portfolio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Aptos Display"/>
              </a:defRPr>
            </a:pPr>
            <a:r>
              <a:t>About 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Nomfundo Tembo • Personal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Nomfundo Tembo — an aspiring IT Support &amp; Systems Support Professional.</a:t>
            </a:r>
          </a:p>
          <a:p>
            <a:pPr>
              <a:spcAft>
                <a:spcPts val="13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Currently studying towards System Support NQF Level 5.</a:t>
            </a:r>
          </a:p>
          <a:p>
            <a:pPr>
              <a:spcAft>
                <a:spcPts val="13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Developing practical technical, communication and problem-solving skills.</a:t>
            </a:r>
          </a:p>
          <a:p>
            <a:pPr>
              <a:spcAft>
                <a:spcPts val="13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Focused on building a professional career in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44168"/>
            <a:ext cx="435254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folio_visual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17320"/>
            <a:ext cx="42062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Aptos Display"/>
              </a:defRPr>
            </a:pPr>
            <a:r>
              <a:t>Purpose of the Portfolio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Nomfundo Tembo • Personal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Create a professional online presence for internships and employment opportunities.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Showcase education, skills, experience, certifications and career goals.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Demonstrate practical web-development skills through a real deployed website.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Give employers an easy way to learn about me and connect with 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44168"/>
            <a:ext cx="435254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folio_visual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17320"/>
            <a:ext cx="42062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Aptos Display"/>
              </a:defRPr>
            </a:pPr>
            <a:r>
              <a:t>Education &amp; Certifications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Nomfundo Tembo • Personal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Matric — Ferndale High School.</a:t>
            </a:r>
          </a:p>
          <a:p>
            <a:pPr>
              <a:spcAft>
                <a:spcPts val="13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System Support NQF Level 5 — Currently studying.</a:t>
            </a:r>
          </a:p>
          <a:p>
            <a:pPr>
              <a:spcAft>
                <a:spcPts val="13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YES4Youth Certificate.</a:t>
            </a:r>
          </a:p>
          <a:p>
            <a:pPr>
              <a:spcAft>
                <a:spcPts val="13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Continuing to build technical knowledge through professional development.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44168"/>
            <a:ext cx="435254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folio_visual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17320"/>
            <a:ext cx="42062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Aptos Display"/>
              </a:defRPr>
            </a:pPr>
            <a:r>
              <a:t>Skills &amp;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Nomfundo Tembo • Personal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Technical interests: system support, troubleshooting and computer systems.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Professional strengths: communication, customer service, teamwork and problem-solving.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Work experience includes cashier, sales assistant and deli assistant roles.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These experiences strengthened my ability to work with people and solve problems.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44168"/>
            <a:ext cx="435254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folio_visual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17320"/>
            <a:ext cx="42062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Aptos Display"/>
              </a:defRPr>
            </a:pPr>
            <a:r>
              <a:t>Portfolio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Nomfundo Tembo • Personal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Home, About Me, Education, Skills, Projects and Work Experience.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Certifications &amp; Professional Development and Career Goals.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Contact section with email, LinkedIn and GitHub.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Clear navigation makes the website easy to explore.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44168"/>
            <a:ext cx="435254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folio_visual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17320"/>
            <a:ext cx="42062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Aptos Display"/>
              </a:defRPr>
            </a:pPr>
            <a:r>
              <a:t>Responsive Design &amp; UI/UX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Nomfundo Tembo • Personal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Responsive layout for desktop, tablet and mobile devices.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Clear headings, readable text and consistent spacing.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Easy navigation and a clean, professional visual style.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Responsive CSS improves usability on smaller screens.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44168"/>
            <a:ext cx="435254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folio_visual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17320"/>
            <a:ext cx="42062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Aptos Display"/>
              </a:defRPr>
            </a:pPr>
            <a:r>
              <a:t>Technologies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Nomfundo Tembo • Personal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HTML5 — website structure and content.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CSS3 — styling, layout and responsive design.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GitHub — source-code repository.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GitHub Pages — live deployment of the portfolio website.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Netlify was also used as a hosted version during development.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44168"/>
            <a:ext cx="435254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folio_visual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17320"/>
            <a:ext cx="42062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Aptos Display"/>
              </a:defRPr>
            </a:pPr>
            <a:r>
              <a:t>GitHub &amp; Live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Nomfundo Tembo • Personal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Source code is stored in the Nomfundo-Portfolio repository.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GitHub Pages publishes the website directly from the main branch.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The live site can be shared with employers and assessors.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Keeping the code in GitHub makes future improvements easier.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44168"/>
            <a:ext cx="435254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folio_visual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17320"/>
            <a:ext cx="42062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Aptos Display"/>
              </a:defRPr>
            </a:pPr>
            <a:r>
              <a:t>Career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Nomfundo Tembo • Personal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Build a successful career in IT and Systems Support.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Gain practical experience through internships, entry-level roles and projects.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Continue developing technical skills and pursue relevant certifications.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Grow into a confident IT professional who can provide reliable technical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44168"/>
            <a:ext cx="435254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folio_visual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17320"/>
            <a:ext cx="42062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Aptos Display"/>
              </a:defRPr>
            </a:pPr>
            <a:r>
              <a:t>Conclusion &amp; Contact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0058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Nomfundo Tembo • Personal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This portfolio demonstrates my commitment to developing a professional career in IT.</a:t>
            </a:r>
          </a:p>
          <a:p>
            <a:pPr>
              <a:spcAft>
                <a:spcPts val="1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GitHub: github.com/boikhutsonomfundo-dot</a:t>
            </a:r>
          </a:p>
          <a:p>
            <a:pPr>
              <a:spcAft>
                <a:spcPts val="1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LinkedIn: linkedin.com/in/nomfundo-tembo-03384041a</a:t>
            </a:r>
          </a:p>
          <a:p>
            <a:pPr>
              <a:spcAft>
                <a:spcPts val="1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Live portfolio: boikhutsonomfundo-dot.github.io/Nomfundo-Portfolio/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44168"/>
            <a:ext cx="435254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rtfolio_visual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17320"/>
            <a:ext cx="4206240" cy="4434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